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 mês" id="{7448b0c7-3113-e803-0513-fa523884068a}">
          <p14:sldIdLst>
            <p14:sldId id="256"/>
          </p14:sldIdLst>
        </p14:section>
        <p14:section name="Os blocos" id="{0c943af5-575f-b136-a27e-cc6f1dd773cc}">
          <p14:sldIdLst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posts em 4 semanas: 1 reel e 2 posts estáticos por semana (4 reels, 7 carrosséis e 1 foto única). Segunda, quarta e sexta; na semana de Finados, terça, quarta e sexta. As duas falas do Dr. Ronald podem ser gravadas no mesmo dia. Já prontos: o post de 21/10, "Prevenção também é investimento" e o roteiro de 11/11.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Intuito: Apresentar a marca e criar vínculo com a origem.
Para validar: Reels do Dr. Ronald: autorização de uso de imagem (exceção à decisão de não ter o time em cena).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Intuito: Fazer o RH se reconhecer no problema: o cuidado costuma chegar tarde.
Para validar: 26/10: conferir o número de licenças por saúde mental de 2024 no painel do Ministério da Previdência. 28/10: o que os estudos da HBR e da SHRM mediram.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Intuito: Mostrar o cuidado na prática, pela experiência de quem é atendido.
Para validar: 03/11: manter a Clara (personagem fictícia, sinalizada como história ilustrativa) ou contar sem personagem.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Intuito: Dar provas (método, resultados e ciência) e abrir um caminho claro para o RH.
Para validar: 06/11: datas da linha do tempo; "validado no SUS" fica de fora. 09/11: só números liberados, sem o nome da indústria. 11/11: leitura do estudo pela responsável médica. 13/11: "Diagnóstico" sem "gratuito".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05156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OC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749808"/>
            <a:ext cx="877824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68580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fairhealth · Programação do Instagram · 19/10 a 13/11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da fair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657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762695" y="475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@fairhealth.br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85800" y="1051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Programação do Instagram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8580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19/10 a 13/11  ·  4 semanas  ·  12 posts  ·  3 por semana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2788920"/>
            <a:ext cx="10820095" cy="0"/>
          </a:xfrm>
          <a:prstGeom prst="line">
            <a:avLst/>
          </a:prstGeom>
          <a:noFill/>
          <a:ln w="9525">
            <a:solidFill>
              <a:schemeClr val="bg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2743200"/>
            <a:ext cx="91440" cy="914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2240280"/>
            <a:ext cx="252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tx1"/>
                </a:solidFill>
              </a:rPr>
              <a:t>SEMANA 1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19 a 23/10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063240"/>
            <a:ext cx="243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seg 19/10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Reel do Dr. Ronald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Reel  ·  bloco 01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087368"/>
            <a:ext cx="243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qua 21/10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Nossa história começou em um hospital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Carrossel  ·  bloco 01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5111496"/>
            <a:ext cx="243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sex 23/10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Cuidar não deveria começar quando algo vai mal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Carrossel  ·  bloco 02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45104" y="2743200"/>
            <a:ext cx="91440" cy="914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390824" y="2240280"/>
            <a:ext cx="252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tx1"/>
                </a:solidFill>
              </a:rPr>
              <a:t>SEMANA 2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26 a 30/10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390824" y="3063240"/>
            <a:ext cx="243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seg 26/10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Quando o cuidado não faz parte da rotina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Reel  ·  bloco 02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3390824" y="4087368"/>
            <a:ext cx="243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qua 28/10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Prevenção também é investimento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Foto única  ·  bloco 02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390824" y="5111496"/>
            <a:ext cx="243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sex 30/10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Como a prevenção vira rotina na empresa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Carrossel  ·  bloco 02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50128" y="2743200"/>
            <a:ext cx="91440" cy="914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095848" y="2240280"/>
            <a:ext cx="252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tx1"/>
                </a:solidFill>
              </a:rPr>
              <a:t>SEMANA 3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03 a 06/11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095848" y="3063240"/>
            <a:ext cx="243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ter 03/11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 cuidado na prática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Carrossel  ·  bloco 03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095848" y="4087368"/>
            <a:ext cx="243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qua 04/11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Quatro frentes, um cuidado conectado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Reel  ·  bloco 03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095848" y="5111496"/>
            <a:ext cx="243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sex 06/11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Uma história que começou em 2009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Carrossel  ·  bloco 04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755151" y="2743200"/>
            <a:ext cx="91440" cy="914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800871" y="2240280"/>
            <a:ext cx="252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tx1"/>
                </a:solidFill>
              </a:rPr>
              <a:t>SEMANA 4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09 a 13/11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800871" y="3063240"/>
            <a:ext cx="243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seg 09/11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Resultados reais, com o Dr. Ronald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Reel  ·  bloco 04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800871" y="4087368"/>
            <a:ext cx="243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qua 11/11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Estilo de vida também é tratamento sério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Carrossel  ·  bloco 04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8800871" y="5111496"/>
            <a:ext cx="243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sex 13/11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Como levar a fairhealth para sua empresa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Carrossel  ·  bloco 04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" y="62636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Blocos  ·  01 Reconhecimento  ·  02 Relevância  ·  03 Compreensão  ·  04 Confiança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tx2"/>
                </a:solidFill>
              </a:rPr>
              <a:t>BLOCO 01  ·  RECONHECIMENTO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494215" y="2743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dirty="0">
                <a:solidFill>
                  <a:schemeClr val="accent1"/>
                </a:solidFill>
              </a:rPr>
              <a:t>01</a:t>
            </a:r>
            <a:endParaRPr lang="en-US" sz="7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85800" y="749808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Quem somos e por que existimos?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34416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Apresentar a marca e criar vínculo com a origem.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305495" y="1344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 posts  ·  19/10 a 21/10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10820095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203704"/>
            <a:ext cx="0" cy="109728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" y="214884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203911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19/10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segunda  ·  semana 1</a:t>
            </a:r>
            <a:endParaRPr lang="en-US" sz="2000" dirty="0"/>
          </a:p>
        </p:txBody>
      </p:sp>
      <p:pic>
        <p:nvPicPr>
          <p:cNvPr id="11" name="Image 0" descr="Re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920" y="2103120"/>
            <a:ext cx="182880" cy="1828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3063240" y="2057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Reel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 gravar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709160" y="1993392"/>
            <a:ext cx="679673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Reel do Dr. Ronald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 fundador do Escritório do Paciente resume os dois posts publicados e puxa a origem: tudo começou num hospital, em 2009.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Rosto e voz médica para a marca, com confiança desde o começo.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85800" y="2971800"/>
            <a:ext cx="10820095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22376" y="324612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51560" y="313639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21/10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quarta  ·  semana 1</a:t>
            </a:r>
            <a:endParaRPr lang="en-US" sz="2000" dirty="0"/>
          </a:p>
        </p:txBody>
      </p:sp>
      <p:pic>
        <p:nvPicPr>
          <p:cNvPr id="17" name="Image 1" descr="Carros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3200400"/>
            <a:ext cx="182880" cy="18288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063240" y="3154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Carrossel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arte pronta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709160" y="3090672"/>
            <a:ext cx="679673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Nossa história começou em um hospital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Do Escritório do Paciente, em 2009, à fairhealth hoje: a escuta como essência e o fio que liga a origem ao presente.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O modelo tem história: não somos mais uma startup de bem-estar.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85800" y="4069080"/>
            <a:ext cx="10820095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85800" y="42976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Já publicados: "O que é a fairhealth?" e "Conheça o Escritório do Cuidado". O post do time segue segurado.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tx2"/>
                </a:solidFill>
              </a:rPr>
              <a:t>BLOCO 02  ·  RELEVÂNCIA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494215" y="2743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dirty="0">
                <a:solidFill>
                  <a:schemeClr val="accent1"/>
                </a:solidFill>
              </a:rPr>
              <a:t>02</a:t>
            </a:r>
            <a:endParaRPr lang="en-US" sz="7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85800" y="749808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Por que as empresas precisam olhar para isso?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34416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Fazer o RH se reconhecer no problema: o cuidado costuma chegar tarde.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305495" y="1344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4 posts  ·  23/10 a 30/10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10820095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203704"/>
            <a:ext cx="0" cy="329184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" y="214884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203911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23/10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sexta  ·  semana 1</a:t>
            </a:r>
            <a:endParaRPr lang="en-US" sz="2000" dirty="0"/>
          </a:p>
        </p:txBody>
      </p:sp>
      <p:pic>
        <p:nvPicPr>
          <p:cNvPr id="11" name="Image 0" descr="Carros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920" y="2103120"/>
            <a:ext cx="182880" cy="1828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3063240" y="2057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Carrossel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 produzir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709160" y="1993392"/>
            <a:ext cx="679673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Cuidar não deveria começar quando algo vai mal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Cada slide volta um passo: afastamento, atestado, semana pesada, noite sem dormir. Fecha em "a gente cuida antes".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O plano de saúde entra depois. A fairhealth entra antes.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85800" y="2971800"/>
            <a:ext cx="10820095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22376" y="324612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51560" y="313639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26/10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segunda  ·  semana 2</a:t>
            </a:r>
            <a:endParaRPr lang="en-US" sz="2000" dirty="0"/>
          </a:p>
        </p:txBody>
      </p:sp>
      <p:pic>
        <p:nvPicPr>
          <p:cNvPr id="17" name="Image 1" descr="Re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3200400"/>
            <a:ext cx="182880" cy="18288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063240" y="3154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Reel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 produzir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709160" y="3090672"/>
            <a:ext cx="679673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Quando o cuidado não faz parte da rotina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Um número com fonte (licenças por saúde mental em 2024) e três barreiras: tempo, acesso e continuidade.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O problema não é a falta de plano: é o cuidado estar longe.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85800" y="4069080"/>
            <a:ext cx="10820095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22376" y="434340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1051560" y="423367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28/10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quarta  ·  semana 2</a:t>
            </a:r>
            <a:endParaRPr lang="en-US" sz="2000" dirty="0"/>
          </a:p>
        </p:txBody>
      </p:sp>
      <p:pic>
        <p:nvPicPr>
          <p:cNvPr id="23" name="Image 2" descr="Foto úni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4297680"/>
            <a:ext cx="182880" cy="18288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063240" y="42519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Foto única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arte pronta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4709160" y="4187952"/>
            <a:ext cx="679673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Prevenção também é investimento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−28% de absenteísmo (HBR, 2022) e −22% de custos com saúde (SHRM, 2023), com a fonte visível.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Cuidar antes também faz sentido para o financeiro.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685800" y="5166360"/>
            <a:ext cx="10820095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22376" y="544068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1051560" y="533095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30/10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sexta  ·  semana 2</a:t>
            </a:r>
            <a:endParaRPr lang="en-US" sz="2000" dirty="0"/>
          </a:p>
        </p:txBody>
      </p:sp>
      <p:pic>
        <p:nvPicPr>
          <p:cNvPr id="29" name="Image 3" descr="Carrosse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5394960"/>
            <a:ext cx="182880" cy="18288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3063240" y="5349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Carrossel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 produzir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4709160" y="5285232"/>
            <a:ext cx="679673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Como a prevenção vira rotina na empresa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Cuidado perto, escuta, plano que cabe na rotina, acompanhamento e indicadores para o RH.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Prevenção é estrutura, não campanha pontual.</a:t>
            </a:r>
            <a:endParaRPr lang="en-US" sz="1500" dirty="0"/>
          </a:p>
        </p:txBody>
      </p:sp>
      <p:sp>
        <p:nvSpPr>
          <p:cNvPr id="32" name="Shape 26"/>
          <p:cNvSpPr/>
          <p:nvPr/>
        </p:nvSpPr>
        <p:spPr>
          <a:xfrm>
            <a:off x="685800" y="6263640"/>
            <a:ext cx="10820095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tx2"/>
                </a:solidFill>
              </a:rPr>
              <a:t>BLOCO 03  ·  COMPREENSÃO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494215" y="2743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dirty="0">
                <a:solidFill>
                  <a:schemeClr val="accent1"/>
                </a:solidFill>
              </a:rPr>
              <a:t>03</a:t>
            </a:r>
            <a:endParaRPr lang="en-US" sz="7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85800" y="749808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Como a fairhealth transforma isso em cuidado real?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34416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Mostrar o cuidado na prática, pela experiência de quem é atendido.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305495" y="1344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 posts  ·  03/11 a 04/11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10820095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203704"/>
            <a:ext cx="0" cy="109728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" y="214884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203911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03/11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terça  ·  semana 3</a:t>
            </a:r>
            <a:endParaRPr lang="en-US" sz="2000" dirty="0"/>
          </a:p>
        </p:txBody>
      </p:sp>
      <p:pic>
        <p:nvPicPr>
          <p:cNvPr id="11" name="Image 0" descr="Carros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920" y="2103120"/>
            <a:ext cx="182880" cy="1828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3063240" y="2057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Carrossel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 produzir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709160" y="1993392"/>
            <a:ext cx="679673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O cuidado na prática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jornada de uma pessoa (a Clara, personagem fictícia): escuta, medições, plano e acompanhamento.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O Escritório do Cuidado pela experiência, sem repetir a apresentação.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85800" y="2971800"/>
            <a:ext cx="10820095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22376" y="324612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51560" y="313639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04/11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quarta  ·  semana 3</a:t>
            </a:r>
            <a:endParaRPr lang="en-US" sz="2000" dirty="0"/>
          </a:p>
        </p:txBody>
      </p:sp>
      <p:pic>
        <p:nvPicPr>
          <p:cNvPr id="17" name="Image 1" descr="Re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3200400"/>
            <a:ext cx="182880" cy="18288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063240" y="3154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Reel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 produzir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709160" y="3090672"/>
            <a:ext cx="679673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Quatro frentes, um cuidado conectado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Escritório do Cuidado, Programa de Medicina do Estilo de Vida, plataforma digital e wearables, ligados pelo fio.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Não são quatro produtos: é um cuidado só.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85800" y="4069080"/>
            <a:ext cx="10820095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tx2"/>
                </a:solidFill>
              </a:rPr>
              <a:t>BLOCO 04  ·  CONFIANÇA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494215" y="2743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dirty="0">
                <a:solidFill>
                  <a:schemeClr val="accent1"/>
                </a:solidFill>
              </a:rPr>
              <a:t>04</a:t>
            </a:r>
            <a:endParaRPr lang="en-US" sz="7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85800" y="749808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Por que acreditar na metodologia e na empresa?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34416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Dar provas (método, resultados e ciência) e abrir um caminho claro para o RH.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305495" y="1344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4 posts  ·  06/11 a 13/11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10820095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203704"/>
            <a:ext cx="0" cy="329184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" y="214884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203911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06/11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sexta  ·  semana 3</a:t>
            </a:r>
            <a:endParaRPr lang="en-US" sz="2000" dirty="0"/>
          </a:p>
        </p:txBody>
      </p:sp>
      <p:pic>
        <p:nvPicPr>
          <p:cNvPr id="11" name="Image 0" descr="Carros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920" y="2103120"/>
            <a:ext cx="182880" cy="1828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3063240" y="2057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Carrossel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 produzir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709160" y="1993392"/>
            <a:ext cx="679673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Uma história que começou em 2009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linha do tempo do método, de 2007 a 2025, e o caso do hospital onde tudo começou, sem o nome.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O método tem base, trajetória e evidência.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85800" y="2971800"/>
            <a:ext cx="10820095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22376" y="324612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51560" y="313639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09/11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segunda  ·  semana 4</a:t>
            </a:r>
            <a:endParaRPr lang="en-US" sz="2000" dirty="0"/>
          </a:p>
        </p:txBody>
      </p:sp>
      <p:pic>
        <p:nvPicPr>
          <p:cNvPr id="17" name="Image 1" descr="Re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3200400"/>
            <a:ext cx="182880" cy="18288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063240" y="3154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Reel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 gravar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709160" y="3090672"/>
            <a:ext cx="679673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Resultados reais, com o Dr. Ronald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Numa indústria atendida, 8 em cada 10 pessoas voltaram para mais de um atendimento, com 98% de adesão.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Ninguém volta a um lugar onde não se sentiu cuidado.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85800" y="4069080"/>
            <a:ext cx="10820095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22376" y="434340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1051560" y="423367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11/11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quarta  ·  semana 4</a:t>
            </a:r>
            <a:endParaRPr lang="en-US" sz="2000" dirty="0"/>
          </a:p>
        </p:txBody>
      </p:sp>
      <p:pic>
        <p:nvPicPr>
          <p:cNvPr id="23" name="Image 2" descr="Carross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4297680"/>
            <a:ext cx="182880" cy="18288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063240" y="42519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Carrossel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roteiro pronto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4709160" y="4187952"/>
            <a:ext cx="679673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Estilo de vida também é tratamento sério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 Diabetes Prevention Program: mudar a rotina reduziu em 58% os novos casos de diabetes tipo 2. Semana do Dia Mundial do Diabetes.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A Medicina do Estilo de Vida tem ciência por trás.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685800" y="5166360"/>
            <a:ext cx="10820095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22376" y="544068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1051560" y="533095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13/11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sexta  ·  semana 4</a:t>
            </a:r>
            <a:endParaRPr lang="en-US" sz="2000" dirty="0"/>
          </a:p>
        </p:txBody>
      </p:sp>
      <p:pic>
        <p:nvPicPr>
          <p:cNvPr id="29" name="Image 3" descr="Carrosse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5394960"/>
            <a:ext cx="182880" cy="18288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3063240" y="5349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Carrossel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 produzir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4709160" y="5285232"/>
            <a:ext cx="679673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Como levar a fairhealth para sua empresa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Diagnóstico, proposta personalizada e implementação, com o convite para falar pelo direct.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Um caminho claro para o RH, sem preço e sem promessa.</a:t>
            </a:r>
            <a:endParaRPr lang="en-US" sz="1500" dirty="0"/>
          </a:p>
        </p:txBody>
      </p:sp>
      <p:sp>
        <p:nvSpPr>
          <p:cNvPr id="32" name="Shape 26"/>
          <p:cNvSpPr/>
          <p:nvPr/>
        </p:nvSpPr>
        <p:spPr>
          <a:xfrm>
            <a:off x="685800" y="6263640"/>
            <a:ext cx="10820095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irhealth">
  <a:themeElements>
    <a:clrScheme name="fairhealth">
      <a:dk1>
        <a:srgbClr val="1F3A36"/>
      </a:dk1>
      <a:lt1>
        <a:srgbClr val="FFFFFF"/>
      </a:lt1>
      <a:dk2>
        <a:srgbClr val="2F6B64"/>
      </a:dk2>
      <a:lt2>
        <a:srgbClr val="F0F0E9"/>
      </a:lt2>
      <a:accent1>
        <a:srgbClr val="96C5BD"/>
      </a:accent1>
      <a:accent2>
        <a:srgbClr val="BFE0D9"/>
      </a:accent2>
      <a:accent3>
        <a:srgbClr val="0D1816"/>
      </a:accent3>
      <a:accent4>
        <a:srgbClr val="5FA89A"/>
      </a:accent4>
      <a:accent5>
        <a:srgbClr val="1F3A36"/>
      </a:accent5>
      <a:accent6>
        <a:srgbClr val="2F6B64"/>
      </a:accent6>
      <a:hlink>
        <a:srgbClr val="2F6B64"/>
      </a:hlink>
      <a:folHlink>
        <a:srgbClr val="1F3A36"/>
      </a:folHlink>
    </a:clrScheme>
    <a:fontScheme name="fairhealth">
      <a:majorFont>
        <a:latin typeface="Ralew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aleway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do Instagram · 19/10 a 13/11</dc:title>
  <dc:subject>PptxGenJS Presentation</dc:subject>
  <dc:creator>fairhealth</dc:creator>
  <cp:lastModifiedBy>fairhealth</cp:lastModifiedBy>
  <cp:revision>1</cp:revision>
  <dcterms:created xsi:type="dcterms:W3CDTF">2026-10-14T21:22:36Z</dcterms:created>
  <dcterms:modified xsi:type="dcterms:W3CDTF">2026-10-14T21:22:36Z</dcterms:modified>
</cp:coreProperties>
</file>